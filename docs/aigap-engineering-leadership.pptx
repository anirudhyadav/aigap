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aigap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38BFF"/>
                </a:solidFill>
              </a:rPr>
              <a:t>AI Guardrails, Policy &amp; Efficacy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Engineering Leadership  ·  April 2026  ·  v0.1.0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github.com/anirudhyadav/aigap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We ship LLM features without knowing if they're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93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BFF"/>
                </a:solidFill>
              </a:rPr>
              <a:t>PII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932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Bot returns a user's SSN in a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793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Found via: Customer complaint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61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BFF"/>
                </a:solidFill>
              </a:rPr>
              <a:t>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61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Attacker hijacks the system prompt via 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6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Found via: Security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11274552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30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BFF"/>
                </a:solidFill>
              </a:rPr>
              <a:t>Hallucination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530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Bot cites a policy that doesn't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30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Found via: Escalation to legal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11274552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99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BFF"/>
                </a:solidFill>
              </a:rPr>
              <a:t>Policy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3992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 model update quietly changes response 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9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Found via: A/B test after the 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8B00"/>
                </a:solidFill>
              </a:rPr>
              <a:t>We have unit tests for application code.  We have nothing equivalent for LLM behaviour.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aigap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A test harness for LLM behaviour — not just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4552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You declare what your LLM should and shouldn't do.  aigap tells you whether it does — every PR, every deploy, with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One command: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11274552" cy="594360"/>
          </a:xfrm>
          <a:prstGeom prst="rect">
            <a:avLst/>
          </a:prstGeom>
          <a:solidFill>
            <a:srgbClr val="010409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aigap check . --policy .aigap-policy.yaml --dataset tests/golden_dataset.jsonl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Output: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74552" cy="1920240"/>
          </a:xfrm>
          <a:prstGeom prst="rect">
            <a:avLst/>
          </a:prstGeom>
          <a:solidFill>
            <a:srgbClr val="010409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Grade: B   Score: 78/100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✅  no-pii-leakage          100%  (50/50)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✅  resist-prompt-injection   96%  (48/50)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❌  cite-sources              72%  (36/50)   ↓ −8% drift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✅  english-only              98%  (49/50)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Three-Stage LLM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Cost-controlled by design — Haiku for scale, Sonnet for depth, Opus for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8B4C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Haiku  (Classifier)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Runs every (rule × pair) combination
Async, semaphored, prompt-cached per rule
Fast-pattern pre-filter skips obvious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212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8B4C"/>
                </a:solidFill>
              </a:rPr>
              <a:t>~$0.04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32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per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737360"/>
            <a:ext cx="365760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FF"/>
                </a:solidFill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Sonnet  (Analyzer)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Runs only on FAIL verdicts — typically 20% of pairs
Extracts: evidence quote, root cause, suggested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212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~$0.25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532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per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737360"/>
            <a:ext cx="365760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39" y="1828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8B00"/>
                </a:solidFill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39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Opus  (Synthesizer)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39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Called once per run — receives aggregated summary
Produces: grade A–F, score 0–100,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9" y="5212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F8B00"/>
                </a:solidFill>
              </a:rPr>
              <a:t>~$0.10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9" y="5532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per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38BFF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38B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A180A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8B4C"/>
                </a:solidFill>
              </a:rPr>
              <a:t>Total: ~$0.39 per run    ·    Re-run with no changes: ~$0.00 (disk cache hits everything)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Policy as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Lives in the repo.  Reviewed in PRs.  Versioned like everything else.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6400800" cy="4572000"/>
          </a:xfrm>
          <a:prstGeom prst="rect">
            <a:avLst/>
          </a:prstGeom>
          <a:solidFill>
            <a:srgbClr val="010409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8B4C"/>
                </a:solidFill>
              </a:rPr>
              <a:t>name: "Customer Support Bot Policy"
block_on: [critical, high]
rules:
  - id: no-pii-leakage
    category: guardrail
    severity: critical
    plugin: "aigap.plugins.builtins.pii_leakage:PiiLeakagePlugin"
  - id: no-competitor-mention
    category: policy
    severity: high
    fast_patterns:
      - "(?i)(CompetitorA|CompetitorB)"
  - id: cite-sources
    category: policy
    severity: medium
    description: "Every factual claim must cite a source." 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691640"/>
            <a:ext cx="45720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7551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8BFF"/>
                </a:solidFill>
              </a:rPr>
              <a:t>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551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Safety / harm rules — hard limits that must never be violated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2468880"/>
            <a:ext cx="45720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5323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8B00"/>
                </a:solidFill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323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Business rules — product norms your LLM should follow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246120"/>
            <a:ext cx="45720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3096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222E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096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Blocks CI immediately on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023360"/>
            <a:ext cx="45720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0868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8B00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868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Blocks CI — default gate level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800600"/>
            <a:ext cx="457200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8641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medium/low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641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Informational — tracked but doesn't block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Built-in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5 production-ready detectors — zero configuration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9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BFF"/>
                </a:solidFill>
              </a:rPr>
              <a:t>PII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932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SSN · credit cards · phone · email · IP · date of birth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79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Regex + Haiku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2888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344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BFF"/>
                </a:solidFill>
              </a:rPr>
              <a:t>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3448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Override · role-switch · delimiter · indirect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344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Pattern routing + Haiku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6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57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BFF"/>
                </a:solidFill>
              </a:rPr>
              <a:t>Jailbreak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75736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DAN · fictional framing · grandma exploit · token smuggling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757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Pattern routing + Haiku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15384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1698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BFF"/>
                </a:solidFill>
              </a:rPr>
              <a:t>Harmful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16984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CBRN synthesis · weapons · self-harm · hate speech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3169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Pattern + Haiku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56632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5823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BFF"/>
                </a:solidFill>
              </a:rPr>
              <a:t>Competitor Mention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5823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Configurable competitor list + comparison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158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</a:rPr>
              <a:t>Regex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A180A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8B4C"/>
                </a:solidFill>
              </a:rPr>
              <a:t>All plugins short-circuit the LLM call when the verdict is certain — reducing cost and latency for common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38BFF"/>
                </a:solidFill>
              </a:rPr>
              <a:t>Merge gate — same model as unit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6858000" cy="3840480"/>
          </a:xfrm>
          <a:prstGeom prst="rect">
            <a:avLst/>
          </a:prstGeom>
          <a:solidFill>
            <a:srgbClr val="010409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8B4C"/>
                </a:solidFill>
              </a:rPr>
              <a:t># .github/workflows/aigap.yaml
- name: Run aigap check
  env:
    ANTHROPIC_API_KEY: ${{ secrets.ANTHROPIC_API_KEY }}
  run: |
    aigap check . \
      --policy .aigap-policy.yaml \
      --dataset tests/golden_dataset.jsonl \
      --baseline aigap-baseline.json \
      --fail-on high \
      --ci
- name: Update baseline on main
  if: github.ref == 'refs/heads/main'
  run: |
    aigap baseline save
    git commit -am "chore: update baseline [skip ci]"
    git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What the team sees on a failing PR: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057400"/>
            <a:ext cx="4389120" cy="1463040"/>
          </a:xfrm>
          <a:prstGeom prst="rect">
            <a:avLst/>
          </a:prstGeom>
          <a:solidFill>
            <a:srgbClr val="1A0404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4884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F222E"/>
                </a:solidFill>
              </a:rPr>
              <a:t>❌  aigap check — FAILED
  cite-sources: 64% pass rate
  (was 72% — degraded 8pp)
  Blocked by: --fail-on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703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Exit codes: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069080"/>
            <a:ext cx="43891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1325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8B4C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325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 block_on rules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4663440"/>
            <a:ext cx="43891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7269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F222E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269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At least one block_on rule 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11274552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Cache .aigap_cache/ between runs (actions/cache) — if policy + dataset unchanged, entire check completes in &lt; 5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Drift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Catch silent regressions before users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3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38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Save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389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After a clean run, commit aigap-baseline.json — snapshot of pass rates per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78608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802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802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Every CI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802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aigap check compares current pass rates against the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19856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145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21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Alert on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21456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If any rule degrades &gt; 5pp (configurable), the run flags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61104"/>
            <a:ext cx="11274552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6270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8B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627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Update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362704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After a clean merge to main, CI auto-commits the new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11274552" cy="640080"/>
          </a:xfrm>
          <a:prstGeom prst="rect">
            <a:avLst/>
          </a:prstGeom>
          <a:solidFill>
            <a:srgbClr val="1A1000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8B00"/>
                </a:solidFill>
              </a:rPr>
              <a:t>⚠️   Drift alert — cite-sources degraded  −8.0pp  (72% → 64%)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Baseline is committed to the repo — drift is visible in the PR diff like any other config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Current State  —  v0.1.0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~3,250 lines of Python  ·  117 tests passing  ·  9 operational runbooks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6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Policy models, dataset models, evaluation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50008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6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62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YAML policy loader  +  JSONL/YAML/JSON dataset loader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08376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4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845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1 — Haiku classifier  (async, cached, plugin fast-path)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66744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42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29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2 — Sonnet analyzer  (FAIL-only, evidence + root cause)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25112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01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013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3 — Opus synthesizer  (once per run, grade + recs)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59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59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Orchestrator — async fan-out, semaphore, FP/FN aggregation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41848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18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180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 built-in guardrail plugins  +  custom plugin 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691640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76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76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Coverage · efficacy (grade A–F) · drift scoring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350008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426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4262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Markdown + JSON report generators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08376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084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0845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FastAPI server  +  SSE live updates  +  vanilla JS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742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8B4C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7429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CLI: check / init / baseline / rules / serve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325112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401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🔲  Planned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4013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GitHub Actions step summary  (gha_summary.py)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983480"/>
            <a:ext cx="56692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059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🔲  Planned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059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VS Code extension — inline editor feedback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822960"/>
          </a:xfrm>
          <a:prstGeom prst="rect">
            <a:avLst/>
          </a:prstGeom>
          <a:solidFill>
            <a:srgbClr val="1F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Weeks 1–2
Team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36576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GitHub Actions PR gate template — copy one YAML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Shared org policy package  (pip install my-org-aigap-policy)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GitHub Actions step summary in PR checks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37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Team onboarding guide + example golden datasets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371600"/>
            <a:ext cx="3657600" cy="82296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Weeks 3–6
Dev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240280"/>
            <a:ext cx="36576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331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VS Code extension — sidebar + inline rule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aigap init creates a starter dataset alongside the 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40690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Live endpoint probing  (aigap check --endpoint https://...)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4937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Slack / Teams drift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4736" y="1371600"/>
            <a:ext cx="3657600" cy="822960"/>
          </a:xfrm>
          <a:prstGeom prst="rect">
            <a:avLst/>
          </a:prstGeom>
          <a:solidFill>
            <a:srgbClr val="BF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417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Month 2+
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2240280"/>
            <a:ext cx="36576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331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Shared dashboard with auth — team-wide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200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Policy registry — org rule library with versioning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0690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Auto-dataset growth from production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9377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Cost analytics — track API spend per rule per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Team Adoption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</a:rPr>
              <a:t>From zero to merge gate in one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678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FF"/>
                </a:solidFill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7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Clone + 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678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git clone  →  pip install -e .  →  edit .aigap-policy.yaml for your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74552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993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BFF"/>
                </a:solidFill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99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First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993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Write 20 golden pairs from recent support tickets or production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1274552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30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8B4C"/>
                </a:solidFill>
              </a:rP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30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First 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30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aigap check  →  see your baseline grade  →  aigap baseline save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11274552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624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8B4C"/>
                </a:solidFill>
              </a:rPr>
              <a:t>Week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962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CI gate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62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Add GitHub Actions workflow  →  aigap blocks failing PRs on critical/high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11274552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939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8B4C"/>
                </a:solidFill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693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Grow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6939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Expand to 50+ pairs  →  enable drift alerts at 5pp  →  FP/FN 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11274552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254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8B00"/>
                </a:solidFill>
              </a:rPr>
              <a:t>Month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425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Org-wide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425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All LLM teams running aigap  →  shared policy package  →  team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solidFill>
            <a:srgbClr val="0A180A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8B4C"/>
                </a:solidFill>
              </a:rPr>
              <a:t>Cost:  20 PRs/week × $0.39 ≈ $31/month per team  ·  Re-runs with unchanged policy: ~$0.00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Three Things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5400"/>
          </a:xfrm>
          <a:prstGeom prst="rect">
            <a:avLst/>
          </a:prstGeom>
          <a:solidFill>
            <a:srgbClr val="2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38B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LLM behaviour needs the same rigour as application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11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Policy as code, tested every PR, with pass/fail gates and drift tracking.
Same workflow your team already uses for unit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106424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38B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aigap is production-ready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204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CLI, 3-stage pipeline, dashboard, 117 tests, 9 runbooks.
A team can run their first check by end of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2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38B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72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The path to org-wide adoption is 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29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Shared policy package  →  VS Code extension  →  team dashboard.
Two-month roadmap with no dependencies on external services.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github.com/anirudhyadav/aigap  ·  pip install aigap  ·  docs/runbooks/README.md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aigap  ·  Engineering Leadership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